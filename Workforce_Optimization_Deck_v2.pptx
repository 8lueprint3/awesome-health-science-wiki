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0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1371600"/>
            <a:ext cx="54864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320040"/>
            <a:ext cx="2560320" cy="64008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32004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393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Georgian College  ·  RISE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INTELLIGENT 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OPTIMIZATION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B0C4DE"/>
                </a:solidFill>
              </a:rPr>
              <a:t>Transforming how organizations understand talent,
build teams, and develop expertise through intelligent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Asauce  &amp;  Fema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8"/>
                </a:solidFill>
              </a:rPr>
              <a:t>Intelligent Systems  ·  Workforce Development  ·  Adaptive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Organizations are flying blind on their own talent.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B0C4DE"/>
                </a:solidFill>
              </a:rPr>
              <a:t>Current methods rely on </a:t>
            </a:r>
            <a:r>
              <a:rPr sz="1800" b="1">
                <a:solidFill>
                  <a:srgbClr val="FF6B6B"/>
                </a:solidFill>
              </a:rPr>
              <a:t>STATIC</a:t>
            </a:r>
            <a:r>
              <a:rPr sz="1600">
                <a:solidFill>
                  <a:srgbClr val="B0C4DE"/>
                </a:solidFill>
              </a:rPr>
              <a:t> indicators that don't reflect real capability: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Résumés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Past snapshots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219456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359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🏷️  Job 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1635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Org hierarchy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92608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0906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🕐  Years of Exp.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5478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Time ≠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651760"/>
            <a:ext cx="338328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651760"/>
            <a:ext cx="33832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🎯  PROJECT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246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Right person · Right team · Right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- - - -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6B"/>
                </a:solidFill>
              </a:rPr>
              <a:t>DISCONNECTED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6B"/>
                </a:solidFill>
              </a:rPr>
              <a:t>Result:  Mismatched teams  ·  Generic training  ·  Underutilized talent  ·  Slower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closed-loop intelligence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Four stages that repeat — every cycle sharpens accuracy.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2011679"/>
            <a:ext cx="3474720" cy="3474720"/>
          </a:xfrm>
          <a:prstGeom prst="ellipse">
            <a:avLst/>
          </a:prstGeom>
          <a:noFill/>
          <a:ln w="19050">
            <a:solidFill>
              <a:srgbClr val="20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49240" y="3246120"/>
            <a:ext cx="1463040" cy="1005840"/>
          </a:xfrm>
          <a:prstGeom prst="ellipse">
            <a:avLst/>
          </a:prstGeom>
          <a:solidFill>
            <a:srgbClr val="0030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3401568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↺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41731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417319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50875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01
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Structured skill
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10895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108959"/>
            <a:ext cx="201168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0039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CAE4"/>
                </a:solidFill>
              </a:rPr>
              <a:t>02
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947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Dynamic capability
profiles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80059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4800599"/>
            <a:ext cx="20116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489203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6C7"/>
                </a:solidFill>
              </a:rPr>
              <a:t>03
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54863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Optimized team
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10895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108959"/>
            <a:ext cx="2011680" cy="54864"/>
          </a:xfrm>
          <a:prstGeom prst="rect">
            <a:avLst/>
          </a:prstGeom>
          <a:solidFill>
            <a:srgbClr val="02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20039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77A8"/>
                </a:solidFill>
              </a:rPr>
              <a:t>04
DEVELOP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7947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Personalized
learning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↺  The loop self-improves — project performance feeds back into the assessment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pillars. One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97480" cy="6400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INPUT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Raw data:
résumés, tests,
project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2697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COMPETENCY
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Multi-dimensional
skill evaluation
&amp;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17320"/>
            <a:ext cx="269748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MATCHING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Skill-to-project
alignment
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417320"/>
            <a:ext cx="26974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OUTPUT
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Teams formed +
learning paths
generated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03320"/>
            <a:ext cx="64008" cy="2468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◉ 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Radar-chart profiling across multiple skill dimensions. Measures depth, not just breadth.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703320"/>
            <a:ext cx="64008" cy="24688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⬡ 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Interlocking skill-to-requirement mapping. Structured representation ensures optimal fits.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3703320"/>
            <a:ext cx="64008" cy="2468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↗ 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Growth-curve pathways. Gaps identified → targeted content served → expertise accelerated.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Iterative by design — live project data continuously refines the model.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silos unified into
one intelligence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OLD 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Skill
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Team
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Personalized
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566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UNIFIED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2011679"/>
            <a:ext cx="2286000" cy="1645920"/>
          </a:xfrm>
          <a:prstGeom prst="ellipse">
            <a:avLst/>
          </a:prstGeom>
          <a:solidFill>
            <a:srgbClr val="005F7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657600"/>
            <a:ext cx="2286000" cy="1645920"/>
          </a:xfrm>
          <a:prstGeom prst="ellipse">
            <a:avLst/>
          </a:prstGeom>
          <a:solidFill>
            <a:srgbClr val="004A6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657600"/>
            <a:ext cx="2286000" cy="1645920"/>
          </a:xfrm>
          <a:prstGeom prst="ellipse">
            <a:avLst/>
          </a:prstGeom>
          <a:solidFill>
            <a:srgbClr val="003A5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SKILL
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TEAM
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46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PERSONALIZED
TRAINING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2971800"/>
            <a:ext cx="1463040" cy="10058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017520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CONTINUOUS
INTELLIGENCE
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NEW 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Static silos  →  Dynamic, data-driven decision-making across all three domains simultaneously.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Better outcomes at every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754880" cy="3657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7548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🏢  ORGANIZATIONS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↑  Higher project success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↓  Reduced time-to-expertise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⚡  Better utilization of existing talent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867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📊  Data-driven team 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371600"/>
            <a:ext cx="1490472" cy="3657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1371600"/>
            <a:ext cx="149047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16459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SDG
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65176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Decent
Work &amp;
Economic
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34340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UN
Goal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6872" y="1371600"/>
            <a:ext cx="4754880" cy="3657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6872" y="1371600"/>
            <a:ext cx="475488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👤  INDIVIDUALS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🎯  Meaningful, well-matched assignments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6700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📚  Targeted skill development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🚀  Faster growth toward expertise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9867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Inclusive, merit-based 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4DE"/>
                </a:solidFill>
              </a:rPr>
              <a:t>This system directly advances SDG 8: productive employment, decent work, and inclusive economic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FFFFFF"/>
                </a:solidFill>
              </a:rPr>
              <a:t>A new category </a:t>
            </a:r>
            <a:r>
              <a:rPr sz="2600" b="1">
                <a:solidFill>
                  <a:srgbClr val="00B4D8"/>
                </a:solidFill>
              </a:rPr>
              <a:t>waiting to be built.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291840" cy="3200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29184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📘  LEARNING
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Teach skills in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awareness of team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feedback from real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Generic, one-size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1371600" cy="32004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2860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G
A
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554480"/>
            <a:ext cx="3291840" cy="3200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4960" y="1554480"/>
            <a:ext cx="3291840" cy="6400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691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TALENT
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Assign roles by title/seniority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real skill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11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link to learning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Static, reactive processes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554480"/>
            <a:ext cx="3017520" cy="32004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554480"/>
            <a:ext cx="3017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🗡️  OUR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BRIDGES
BOTH WORLDS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063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Real skill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474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Live project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86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Targeted learning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297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Cross-industry applicable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⟵ bridges 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Applicable across industries — especially technology-driven environments.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</a:rPr>
              <a:t>"Intelligent systems don't just improve productivity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they reshape how expertise is built and applied."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754880"/>
            <a:ext cx="3959352" cy="10972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4754880"/>
            <a:ext cx="39593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Asauce  &amp;  Fema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Georgian College  ·  RISE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6080760"/>
            <a:ext cx="9445752" cy="54864"/>
          </a:xfrm>
          <a:prstGeom prst="rect">
            <a:avLst/>
          </a:prstGeom>
          <a:solidFill>
            <a:srgbClr val="30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144768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688AA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