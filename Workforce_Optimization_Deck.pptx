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572000" cy="6858000"/>
          </a:xfrm>
          <a:prstGeom prst="rect">
            <a:avLst/>
          </a:prstGeom>
          <a:solidFill>
            <a:srgbClr val="1025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1371600"/>
            <a:ext cx="54864" cy="4114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INTELLIGENT WORKFORCE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00B4D8"/>
                </a:solidFill>
              </a:rPr>
              <a:t>OPTIMIZATION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E"/>
                </a:solidFill>
              </a:rPr>
              <a:t>Transforming how organizations understand talent,
build teams, and develop expertise.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663440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846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Intelligent Systems  ·  Workforce Development  ·  Adaptive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Organizations are flying blind
on their own talent.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Most companies still rely on static signals to assign people to projects: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474720" cy="17373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54864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📄  Résumés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Snapshot of the past — not a mirror of current capability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651760"/>
            <a:ext cx="3474720" cy="17373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651760"/>
            <a:ext cx="54864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🏷️  Job Titles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154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Organizational hierarchy ≠ actual 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651760"/>
            <a:ext cx="3474720" cy="173736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651760"/>
            <a:ext cx="54864" cy="1737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39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🕐  Years of Exp.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39" y="315468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Time served is not expertise 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The result: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6B6B"/>
                </a:solidFill>
              </a:rPr>
              <a:t>Mismatched teams  ·  Generic training  ·  Underutilized talent  ·  Slower delivery  ·  Stifled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6858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 closed-loop intelligence system
for talent and teams.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94560"/>
            <a:ext cx="2743200" cy="23774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27432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200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C4DE"/>
                </a:solidFill>
              </a:rPr>
              <a:t>Structured evaluation of real technical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194560"/>
            <a:ext cx="2743200" cy="23774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194560"/>
            <a:ext cx="2743200" cy="54864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48CAE4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PROFILE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200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C4DE"/>
                </a:solidFill>
              </a:rPr>
              <a:t>Dynamic skill profiles built from actual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2194560"/>
            <a:ext cx="2743200" cy="23774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194560"/>
            <a:ext cx="2743200" cy="54864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6C7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200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C4DE"/>
                </a:solidFill>
              </a:rPr>
              <a:t>Optimized project teams formed from profiles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1089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0" y="2194560"/>
            <a:ext cx="2743200" cy="23774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0" y="2194560"/>
            <a:ext cx="2743200" cy="54864"/>
          </a:xfrm>
          <a:prstGeom prst="rect">
            <a:avLst/>
          </a:prstGeom>
          <a:solidFill>
            <a:srgbClr val="0277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277A8"/>
                </a:solidFill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DEVELOP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320040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B0C4DE"/>
                </a:solidFill>
              </a:rPr>
              <a:t>Personalized training pathways close the gaps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↺  The loop repeats — both individuals and teams improve with every 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Three pillars. One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3657600" cy="46634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Competency Assessment
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4DE"/>
                </a:solidFill>
              </a:rPr>
              <a:t>Multi-dimensional evaluation covering technical skills, problem-solving ability, and applied knowledge — not just credentials.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3657600" cy="46634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Skill-Based
Matching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2004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4DE"/>
                </a:solidFill>
              </a:rPr>
              <a:t>Structured skill representation maps individuals to project requirements. The right people, not just the available people.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657600" cy="466344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91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</a:rPr>
              <a:t>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317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Adaptive Learning
Mechanism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200400"/>
            <a:ext cx="3291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B0C4DE"/>
                </a:solidFill>
              </a:rPr>
              <a:t>Gaps identified → targeted pathways recommended. Project outcomes feed back into the model, sharpening accuracy over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0E0EF"/>
                </a:solidFill>
              </a:rPr>
              <a:t>Iterative by design — performance data from live projects continuously improves the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INNOVATION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Three silos. One
intelligence loop.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103120"/>
            <a:ext cx="3017520" cy="1371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103120"/>
            <a:ext cx="30175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Skill
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3017520" cy="1371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03120"/>
            <a:ext cx="30175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240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Project Team
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514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B4D8"/>
                </a:solidFill>
              </a:rPr>
              <a:t>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103120"/>
            <a:ext cx="3017520" cy="1371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2103120"/>
            <a:ext cx="30175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22402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0E0EF"/>
                </a:solidFill>
              </a:rPr>
              <a:t>Personalized
Training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749039"/>
            <a:ext cx="75895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37490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B4D8"/>
                </a:solidFill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4343400"/>
            <a:ext cx="5760720" cy="137160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0" y="4343400"/>
            <a:ext cx="57607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0" y="44805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0B4D8"/>
                </a:solidFill>
              </a:rPr>
              <a:t>CONTINUOUS INTELLIGENCE LOOP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3776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Static talent management → Dynamic, data-driven decision-making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Better outcomes at every level.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5394960" cy="34747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3949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</a:rPr>
              <a:t>🏢  FOR ORGANIZATIONS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↑  Higher project success rates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↓  Reduced time-to-expertise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⚡  Better utilization of existing talent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7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📊  Data-driven team 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08760"/>
            <a:ext cx="5394960" cy="347472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08760"/>
            <a:ext cx="5394960" cy="6400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45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0E0EF"/>
                </a:solidFill>
              </a:rPr>
              <a:t>👤  FOR INDIVIDUALS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1488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🎯  Meaningful, well-matched assignments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📚  Targeted skill development paths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4290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🚀  Faster growth toward expertise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069079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✅  Inclusive, merit-based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578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B0C4DE"/>
                </a:solidFill>
              </a:rPr>
              <a:t>Contributes to more efficient, inclusive, and high-performing work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9728"/>
            <a:ext cx="1645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521440" y="6492240"/>
            <a:ext cx="274320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521440" y="64465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D1B2A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 new category waiting to be built.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0C4DE"/>
                </a:solidFill>
              </a:rPr>
              <a:t>The gap in the market: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57400"/>
            <a:ext cx="4114800" cy="1371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📘  Learning Platforms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060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Teach skills in isolation.
No connection to team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331720"/>
            <a:ext cx="1188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6B6B"/>
                </a:solidFill>
              </a:rPr>
              <a:t>✕
No bridge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057400"/>
            <a:ext cx="4114800" cy="1371600"/>
          </a:xfrm>
          <a:prstGeom prst="rect">
            <a:avLst/>
          </a:prstGeom>
          <a:solidFill>
            <a:srgbClr val="14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21945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📋  Talent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60604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0C4DE"/>
                </a:solidFill>
              </a:rPr>
              <a:t>Assign people to roles.
No awareness of actual skills.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3749039"/>
            <a:ext cx="6675120" cy="1645920"/>
          </a:xfrm>
          <a:prstGeom prst="rect">
            <a:avLst/>
          </a:prstGeom>
          <a:solidFill>
            <a:srgbClr val="00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3749039"/>
            <a:ext cx="6675120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38862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B4D8"/>
                </a:solidFill>
              </a:rPr>
              <a:t>🗡️  OUR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4343400"/>
            <a:ext cx="6309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Bridges both worlds. Applicable across industries — especially tech-driven environments.
A new category: Intelligent Workforce Optimization.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B0C4DE"/>
                </a:solidFill>
              </a:rPr>
              <a:t>Intelligent systems don't just improve productivity 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</a:rPr>
              <a:t>they reshape how expertise is built and applied.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Thank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0C4DE"/>
                </a:solidFill>
              </a:rP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5760720"/>
            <a:ext cx="21031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